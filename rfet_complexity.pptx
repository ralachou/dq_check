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RFET Data Project Plan — Working Session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Capital, Tech, Risk, and PM on what it takes to be IMA-ready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 If senior management or regulators ask us what it takes to be IMA-ready, does this plan answer that clearly enough?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workstreams — they feed each other, they don't wait for each other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3931920" cy="91440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019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A: Make the Data Right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proxies, carry removal, DQ framework, lineage — defines the risk factor universe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⟷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874520"/>
            <a:ext cx="3931920" cy="91440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9019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B: Classify Every Risk Factor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1671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RFET qualitative + quantitative tests, RPO sourcing, bucketing, modellable vs. non-modellable classification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841248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443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defines the RF universe that B tests.  B's classification tells A which RFs are most capital-critical to fix.  Non-modellable because of a weak proxy? → A's top priority.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this room today: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task breakdown complete?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sequencing make sense?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389120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ownership unclear?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840480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to be built vs. reused?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4114800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exit criteria prove readiness?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4389120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missing that could turn this red?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718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focus: Workstream B — RFET.  Classify every RF as Modellable (→ IMCC, capital-efficient) or Non-Modellable (→ SES, punitive).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RFET — Why This Is One of the Most Complex Workstreams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503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below is a design decision that, if scoped incorrectly, can turn the project red.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Sourcing &amp; Mapping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sources qualify as arm's-length? How do we map a 9.75Y trade to a 10Y bucket? Own vs. standard bucketing changes our entire classification outcome.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Bucketing Decisions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boundaries directly drive modellable vs. NMRF. Wider = more RPOs per RF = easier to pass. But qualitative test may push back. May force us to change our existing RF granularity.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74320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7432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Derivation Choices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parameterize vol surfaces (sigma, skew, smile, butterfly), whether we use forward rates or spread-based RFs, how we compute FX basis — are these consistent and defensible?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274320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31720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423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Defensibility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proxying SOFR to OIS pass qualitative tests? Do 2008 proxy assumptions still hold for stress period? Weak proxies = automatic Type B NMRF = maximum capital penalty.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2331720"/>
            <a:ext cx="274320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423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vs. Idiosyncratic Risk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capturing both correctly? Is there a gap in residual risk treatment? Regulator will test whether our RF decomposition is complete — no unaccounted-for risk.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2331720"/>
            <a:ext cx="274320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33172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423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Infrastructure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run qualitative + quantitative tests at scale across 35K RFs? Store and deduplicate RPOs daily? Build the dashboard? Support quarterly refresh? EMR + MARS integration.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474720"/>
            <a:ext cx="274320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47472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566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NMRF-to-Modellable Migration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RF is NMRF today, what is the path to make it modellable? Source more RPOs? Improve proxy? Change bucketing? This scope is often missed — but it's where capital savings live.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0" y="3474720"/>
            <a:ext cx="274320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47472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566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Alignment Drift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our derivation choices (vol parameterization, basis construction, spread methodology) aligned with industry/banking standards — or have we drifted? Misalignment = supervisory challenge.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26480" y="3474720"/>
            <a:ext cx="274320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3474720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3566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Test Cascade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qualitative tests forces proxy enhancement, which forces history rebuild, which forces re-validation — a single failure can cascade across 3 workstreams and 6 months of rework.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14400" y="461772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97280" y="4590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can turn project red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0" y="4617720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0" y="4590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— design decision needed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0" y="4617720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6126480" y="4590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gap — often missed entirely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That Must Be Answered Before We Can Finalize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503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unanswered question below is scope risk. If we don't resolve these now, they become surprises later.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30352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Answer From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RPOs &amp; Bucketing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we use own bucketing or standard bucketing — and does that choice force us to change our existing RF granularity?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+ 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RPOs &amp; Bucketing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RPO sources qualify as arm's-length per NPR? Do we need third-party audit verification for any vendor?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+ Legal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Quality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proxying SOFR to OIS pass qualitative tests? What about other common proxies in our universe?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+ Risk 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Quality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our 2008 proxy assumptions still hold for stress period calibration — or has the relationship broken?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Derivation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we parameterize vol surfaces — sigma, skew, smile, butterfly? Is this consistent across asset classes?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+ Risk 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Derivation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way we compute FX cross-currency basis consistent and defensible under supervisor scrutiny?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+ Risk 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Derivation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we using forward rates or spread-based risk factors for credit? Are derivation choices aligned with industry standards — or have we drifted?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+ FO Models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Gaps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we capturing systematic and idiosyncratic risk correctly, or is there a gap in residual risk treatment?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Gaps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RF is NMRF today, what is the concrete migration path to make it modellable? Is that scope captured anywhere?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+ 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our current infrastructure run qualitative + quantitative tests at scale across 35K RFs with quarterly refresh?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Tech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On-the-fly vs. pre-stored for carry-stripped shifts and RPO mapping — which architecture, and can EMR + MARS both support it?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Tech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qualitative tests fail for a category of proxies, that triggers proxy enhancement → history rebuild → re-validation. Is the timeline buffer for this cascade in the plan?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teams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2026-05-11T11:33:34Z</dcterms:created>
  <dcterms:modified xsi:type="dcterms:W3CDTF">2026-05-11T11:33:34Z</dcterms:modified>
</cp:coreProperties>
</file>